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1"/>
  </p:sld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-558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71AF0-2A98-4285-A8EA-2157DB07EB11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B9797-4B98-4CE6-9878-CFC61A0201EC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141301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71AF0-2A98-4285-A8EA-2157DB07EB11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B9797-4B98-4CE6-9878-CFC61A0201E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0982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71AF0-2A98-4285-A8EA-2157DB07EB11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B9797-4B98-4CE6-9878-CFC61A0201EC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103764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71AF0-2A98-4285-A8EA-2157DB07EB11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B9797-4B98-4CE6-9878-CFC61A0201E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92601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71AF0-2A98-4285-A8EA-2157DB07EB11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B9797-4B98-4CE6-9878-CFC61A0201E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99324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71AF0-2A98-4285-A8EA-2157DB07EB11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B9797-4B98-4CE6-9878-CFC61A0201E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575107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71AF0-2A98-4285-A8EA-2157DB07EB11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B9797-4B98-4CE6-9878-CFC61A0201E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221451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A071AF0-2A98-4285-A8EA-2157DB07EB11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4AB9797-4B98-4CE6-9878-CFC61A0201E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30614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 cstate="print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71AF0-2A98-4285-A8EA-2157DB07EB11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B9797-4B98-4CE6-9878-CFC61A0201E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89658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71AF0-2A98-4285-A8EA-2157DB07EB11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B9797-4B98-4CE6-9878-CFC61A0201E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67050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71AF0-2A98-4285-A8EA-2157DB07EB11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B9797-4B98-4CE6-9878-CFC61A0201E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846824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A071AF0-2A98-4285-A8EA-2157DB07EB11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4AB9797-4B98-4CE6-9878-CFC61A0201EC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025677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ShoeStore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479354"/>
          </a:xfrm>
        </p:spPr>
        <p:txBody>
          <a:bodyPr>
            <a:normAutofit lnSpcReduction="10000"/>
          </a:bodyPr>
          <a:lstStyle/>
          <a:p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Современное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мобильное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электронной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коммерции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на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Kotlin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&amp; Jetpack </a:t>
            </a:r>
            <a:r>
              <a:rPr lang="en-US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Compose</a:t>
            </a:r>
          </a:p>
          <a:p>
            <a:r>
              <a:rPr lang="ru-RU" dirty="0" smtClean="0">
                <a:latin typeface="Arial" pitchFamily="34" charset="0"/>
                <a:cs typeface="Arial" pitchFamily="34" charset="-120"/>
              </a:rPr>
              <a:t>Выполнил: </a:t>
            </a:r>
            <a:r>
              <a:rPr lang="ru-RU" dirty="0" err="1" smtClean="0">
                <a:latin typeface="Arial" pitchFamily="34" charset="0"/>
                <a:cs typeface="Arial" pitchFamily="34" charset="-120"/>
              </a:rPr>
              <a:t>Корековцев</a:t>
            </a:r>
            <a:r>
              <a:rPr lang="ru-RU" dirty="0" smtClean="0">
                <a:latin typeface="Arial" pitchFamily="34" charset="0"/>
                <a:cs typeface="Arial" pitchFamily="34" charset="-120"/>
              </a:rPr>
              <a:t> Д.А. ИС-22б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843128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</a:t>
            </a:r>
            <a:r>
              <a:rPr lang="en-US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Проекте</a:t>
            </a: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 err="1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ShoeStore</a:t>
            </a:r>
            <a:r>
              <a:rPr lang="en-US" dirty="0"/>
              <a:t/>
            </a:r>
            <a:br>
              <a:rPr lang="en-US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ts val="2430"/>
              </a:lnSpc>
            </a:pP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Тип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Мобильное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электронной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коммерции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Магазин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обуви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dirty="0"/>
          </a:p>
          <a:p>
            <a:pPr marL="342900" indent="-342900">
              <a:lnSpc>
                <a:spcPts val="2430"/>
              </a:lnSpc>
            </a:pP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Платформа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: Android 13.0 (API 33)</a:t>
            </a:r>
            <a:endParaRPr lang="en-US" dirty="0"/>
          </a:p>
          <a:p>
            <a:pPr marL="342900" indent="-342900">
              <a:lnSpc>
                <a:spcPts val="2430"/>
              </a:lnSpc>
            </a:pP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Язык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Kotlin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302662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Диаграмма</a:t>
            </a: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Вариантов</a:t>
            </a: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Использования</a:t>
            </a:r>
            <a:r>
              <a:rPr lang="en-US" dirty="0"/>
              <a:t/>
            </a:r>
            <a:br>
              <a:rPr lang="en-US" dirty="0"/>
            </a:b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218275" y="1823622"/>
            <a:ext cx="4914849" cy="4312486"/>
          </a:xfrm>
        </p:spPr>
      </p:pic>
    </p:spTree>
    <p:extLst>
      <p:ext uri="{BB962C8B-B14F-4D97-AF65-F5344CB8AC3E}">
        <p14:creationId xmlns:p14="http://schemas.microsoft.com/office/powerpoint/2010/main" xmlns="" val="3819691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Обзор</a:t>
            </a: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Архитектуры</a:t>
            </a:r>
            <a:r>
              <a:rPr lang="en-US" dirty="0"/>
              <a:t/>
            </a:r>
            <a:br>
              <a:rPr lang="en-US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ts val="2430"/>
              </a:lnSpc>
            </a:pP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Паттерн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: MVVM (Model-View-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ViewModel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dirty="0"/>
          </a:p>
          <a:p>
            <a:pPr marL="342900" indent="-342900">
              <a:lnSpc>
                <a:spcPts val="2430"/>
              </a:lnSpc>
            </a:pP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Поток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данных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Однонаправленный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(UI ←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ViewModel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← Repository ← API)</a:t>
            </a:r>
          </a:p>
          <a:p>
            <a:pPr marL="342900" indent="-342900">
              <a:lnSpc>
                <a:spcPts val="2430"/>
              </a:lnSpc>
            </a:pP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Каждый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слой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тестируется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независимо</a:t>
            </a: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50907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</a:t>
            </a: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</a:t>
            </a: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Библиотек</a:t>
            </a:r>
            <a:r>
              <a:rPr lang="en-US" dirty="0"/>
              <a:t/>
            </a:r>
            <a:br>
              <a:rPr lang="en-US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50001" y="1737360"/>
            <a:ext cx="9603274" cy="48422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Core </a:t>
            </a:r>
            <a:r>
              <a:rPr lang="en-US" sz="1400" b="1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Jetpack</a:t>
            </a:r>
            <a:endParaRPr lang="ru-RU" sz="1400" b="1" dirty="0" smtClean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4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• Compose 1.6.0</a:t>
            </a:r>
            <a:endParaRPr lang="en-US" sz="1400" dirty="0" smtClean="0"/>
          </a:p>
          <a:p>
            <a:pPr marL="0" indent="0">
              <a:buNone/>
            </a:pPr>
            <a:r>
              <a:rPr lang="en-US" sz="14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Material 3</a:t>
            </a:r>
            <a:endParaRPr lang="en-US" sz="1400" dirty="0"/>
          </a:p>
          <a:p>
            <a:pPr marL="0" indent="0">
              <a:buNone/>
            </a:pPr>
            <a:r>
              <a:rPr lang="en-US" sz="14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Navigation</a:t>
            </a:r>
            <a:endParaRPr lang="ru-RU" sz="1400" dirty="0" smtClean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400" b="1" dirty="0" err="1" smtClean="0">
                <a:latin typeface="Arial" pitchFamily="34" charset="0"/>
                <a:ea typeface="Arial" pitchFamily="34" charset="-122"/>
                <a:cs typeface="Arial" pitchFamily="34" charset="-120"/>
              </a:rPr>
              <a:t>Сетевые</a:t>
            </a:r>
            <a:r>
              <a:rPr lang="en-US" sz="1400" b="1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 err="1" smtClean="0"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технологии</a:t>
            </a:r>
            <a:endParaRPr lang="en-US" sz="1400" dirty="0" smtClean="0"/>
          </a:p>
          <a:p>
            <a:pPr marL="0" indent="0">
              <a:buNone/>
            </a:pPr>
            <a:r>
              <a:rPr lang="en-US" sz="14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• Retrofit 2.10</a:t>
            </a:r>
            <a:endParaRPr lang="en-US" sz="1400" dirty="0" smtClean="0"/>
          </a:p>
          <a:p>
            <a:pPr marL="0" indent="0">
              <a:buNone/>
            </a:pPr>
            <a:r>
              <a:rPr lang="en-US" sz="14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dirty="0" err="1" smtClean="0">
                <a:latin typeface="Arial" pitchFamily="34" charset="0"/>
                <a:ea typeface="Arial" pitchFamily="34" charset="-122"/>
                <a:cs typeface="Arial" pitchFamily="34" charset="-120"/>
              </a:rPr>
              <a:t>OkHttp</a:t>
            </a:r>
            <a:r>
              <a:rPr lang="en-US" sz="14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 4.11</a:t>
            </a:r>
            <a:endParaRPr lang="en-US" sz="1400" dirty="0" smtClean="0"/>
          </a:p>
          <a:p>
            <a:pPr marL="0" indent="0">
              <a:buNone/>
            </a:pPr>
            <a:r>
              <a:rPr lang="en-US" sz="14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dirty="0" err="1" smtClean="0">
                <a:latin typeface="Arial" pitchFamily="34" charset="0"/>
                <a:ea typeface="Arial" pitchFamily="34" charset="-122"/>
                <a:cs typeface="Arial" pitchFamily="34" charset="-120"/>
              </a:rPr>
              <a:t>Gson</a:t>
            </a:r>
            <a:endParaRPr lang="en-US" sz="1400" dirty="0" smtClean="0"/>
          </a:p>
          <a:p>
            <a:pPr marL="0" indent="0">
              <a:buNone/>
            </a:pPr>
            <a:r>
              <a:rPr lang="en-US" sz="1400" b="1" dirty="0" err="1" smtClean="0">
                <a:latin typeface="Arial" pitchFamily="34" charset="0"/>
                <a:ea typeface="Arial" pitchFamily="34" charset="-122"/>
                <a:cs typeface="Arial" pitchFamily="34" charset="-120"/>
              </a:rPr>
              <a:t>Асинхронность</a:t>
            </a:r>
            <a:endParaRPr lang="ru-RU" sz="1400" b="1" dirty="0" smtClean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Coroutines</a:t>
            </a: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 1.7</a:t>
            </a:r>
            <a:endParaRPr lang="en-US" sz="1400" dirty="0"/>
          </a:p>
          <a:p>
            <a:pPr marL="0" indent="0">
              <a:buNone/>
            </a:pPr>
            <a:r>
              <a:rPr lang="en-US" sz="14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Flow</a:t>
            </a:r>
            <a:endParaRPr lang="ru-RU" sz="1400" dirty="0" smtClean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Kotlin</a:t>
            </a: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 1.9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 algn="ctr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630410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</a:t>
            </a: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</a:t>
            </a: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 err="1" smtClean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Язык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dirty="0" err="1" smtClean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</a:t>
            </a:r>
            <a:r>
              <a:rPr lang="en-US" dirty="0" err="1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Фреймворк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Jetpack Compose + Material Design 3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 err="1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MVVM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 err="1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Навигация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Jetpack Navigation Compose</a:t>
            </a:r>
            <a:endParaRPr lang="en-US" dirty="0">
              <a:solidFill>
                <a:schemeClr val="tx1"/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872151462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</TotalTime>
  <Words>124</Words>
  <Application>Microsoft Office PowerPoint</Application>
  <PresentationFormat>Произвольный</PresentationFormat>
  <Paragraphs>30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Ретро</vt:lpstr>
      <vt:lpstr>ShoeStore</vt:lpstr>
      <vt:lpstr>О Проекте ShoeStore </vt:lpstr>
      <vt:lpstr>Диаграмма Вариантов Использования </vt:lpstr>
      <vt:lpstr>Обзор Архитектуры </vt:lpstr>
      <vt:lpstr>Полный Стек Библиотек </vt:lpstr>
      <vt:lpstr>Полный Стек Технологий</vt:lpstr>
    </vt:vector>
  </TitlesOfParts>
  <Company>SPecialiST RePack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ShoeStore</dc:title>
  <dc:creator>Ps Plus</dc:creator>
  <cp:lastModifiedBy>android243</cp:lastModifiedBy>
  <cp:revision>3</cp:revision>
  <dcterms:created xsi:type="dcterms:W3CDTF">2026-03-05T20:23:41Z</dcterms:created>
  <dcterms:modified xsi:type="dcterms:W3CDTF">2026-03-06T10:34:48Z</dcterms:modified>
</cp:coreProperties>
</file>